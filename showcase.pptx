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Red Hat Display Bold" charset="1" panose="02010803040201060303"/>
      <p:regular r:id="rId9"/>
    </p:embeddedFont>
    <p:embeddedFont>
      <p:font typeface="Inter" charset="1" panose="020B05020300000000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6630" y="6009010"/>
            <a:ext cx="2469284" cy="4409435"/>
          </a:xfrm>
          <a:custGeom>
            <a:avLst/>
            <a:gdLst/>
            <a:ahLst/>
            <a:cxnLst/>
            <a:rect r="r" b="b" t="t" l="l"/>
            <a:pathLst>
              <a:path h="4409435" w="2469284">
                <a:moveTo>
                  <a:pt x="0" y="0"/>
                </a:moveTo>
                <a:lnTo>
                  <a:pt x="2469283" y="0"/>
                </a:lnTo>
                <a:lnTo>
                  <a:pt x="2469283" y="4409435"/>
                </a:lnTo>
                <a:lnTo>
                  <a:pt x="0" y="4409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5082087" y="6009010"/>
            <a:ext cx="2469284" cy="4409435"/>
          </a:xfrm>
          <a:custGeom>
            <a:avLst/>
            <a:gdLst/>
            <a:ahLst/>
            <a:cxnLst/>
            <a:rect r="r" b="b" t="t" l="l"/>
            <a:pathLst>
              <a:path h="4409435" w="2469284">
                <a:moveTo>
                  <a:pt x="2469283" y="0"/>
                </a:moveTo>
                <a:lnTo>
                  <a:pt x="0" y="0"/>
                </a:lnTo>
                <a:lnTo>
                  <a:pt x="0" y="4409435"/>
                </a:lnTo>
                <a:lnTo>
                  <a:pt x="2469283" y="4409435"/>
                </a:lnTo>
                <a:lnTo>
                  <a:pt x="24692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5311599" y="4044453"/>
            <a:ext cx="7513383" cy="171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3"/>
              </a:lnSpc>
            </a:pPr>
            <a:r>
              <a:rPr lang="en-US" b="true" sz="5354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ILLUMINATING TH</a:t>
            </a:r>
            <a:r>
              <a:rPr lang="en-US" b="true" sz="5354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 BLACK BOX: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94201" y="5897160"/>
            <a:ext cx="8834615" cy="62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 Explainable AI framwork for madical Trust on AI models using 3D MRI images on 3D CNNs and make it transparent.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40098" y="7141987"/>
            <a:ext cx="4892353" cy="28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SUPERVISOR : MAIMOONA MAQSOOD SHARIF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40098" y="7508519"/>
            <a:ext cx="5993309" cy="28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COURSE : DATA SCIENCE AND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1079" y="1669467"/>
            <a:ext cx="18474041" cy="8366097"/>
          </a:xfrm>
          <a:custGeom>
            <a:avLst/>
            <a:gdLst/>
            <a:ahLst/>
            <a:cxnLst/>
            <a:rect r="r" b="b" t="t" l="l"/>
            <a:pathLst>
              <a:path h="8366097" w="18474041">
                <a:moveTo>
                  <a:pt x="0" y="0"/>
                </a:moveTo>
                <a:lnTo>
                  <a:pt x="18474041" y="0"/>
                </a:lnTo>
                <a:lnTo>
                  <a:pt x="18474041" y="8366097"/>
                </a:lnTo>
                <a:lnTo>
                  <a:pt x="0" y="8366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" t="-1282" r="0" b="-47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8916" y="452641"/>
            <a:ext cx="3778344" cy="39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3D Residual-Net Model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1201"/>
            <a:ext cx="18288000" cy="10144599"/>
          </a:xfrm>
          <a:custGeom>
            <a:avLst/>
            <a:gdLst/>
            <a:ahLst/>
            <a:cxnLst/>
            <a:rect r="r" b="b" t="t" l="l"/>
            <a:pathLst>
              <a:path h="10144599" w="18288000">
                <a:moveTo>
                  <a:pt x="0" y="0"/>
                </a:moveTo>
                <a:lnTo>
                  <a:pt x="18288000" y="0"/>
                </a:lnTo>
                <a:lnTo>
                  <a:pt x="18288000" y="10144598"/>
                </a:lnTo>
                <a:lnTo>
                  <a:pt x="0" y="1014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335" r="0" b="-633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DAHGMthjsFk</dc:identifier>
  <dcterms:modified xsi:type="dcterms:W3CDTF">2011-08-01T06:04:30Z</dcterms:modified>
  <cp:revision>1</cp:revision>
  <dc:title>Illuminating the BLack Box: An Explainable AI framwork for madical Trust on AI models using 3D MRI images</dc:title>
</cp:coreProperties>
</file>