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3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/>
    <p:restoredTop sz="94595"/>
  </p:normalViewPr>
  <p:slideViewPr>
    <p:cSldViewPr snapToGrid="0" snapToObjects="1">
      <p:cViewPr varScale="1">
        <p:scale>
          <a:sx n="74" d="100"/>
          <a:sy n="74" d="100"/>
        </p:scale>
        <p:origin x="34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76B9-E9FF-774A-9E46-0D0B90BADCBB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59FAF-E61A-7A48-A763-A09040C7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533400" y="3340100"/>
            <a:ext cx="11126338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533400" y="927100"/>
            <a:ext cx="11118850" cy="223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33400" y="3524250"/>
            <a:ext cx="11118850" cy="7175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CD0D5-FF76-481F-BEA3-056E909F5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11519"/>
      </p:ext>
    </p:extLst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533400" y="2311400"/>
            <a:ext cx="11118850" cy="2235200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0CFCF-026F-41BD-877C-8716D3728C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7759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5240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7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3E92E-F1D0-4772-B61D-A6CDF71DF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" y="6234657"/>
            <a:ext cx="1371600" cy="60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81655"/>
      </p:ext>
    </p:extLst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ody Level One…"/>
          <p:cNvSpPr txBox="1">
            <a:spLocks noGrp="1"/>
          </p:cNvSpPr>
          <p:nvPr>
            <p:ph type="body" idx="1"/>
          </p:nvPr>
        </p:nvSpPr>
        <p:spPr>
          <a:xfrm>
            <a:off x="831850" y="622300"/>
            <a:ext cx="10515600" cy="5600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907DE-94A5-4512-A76B-5E0B9B1006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209"/>
      </p:ext>
    </p:extLst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e"/>
          <p:cNvSpPr/>
          <p:nvPr/>
        </p:nvSpPr>
        <p:spPr>
          <a:xfrm flipH="1">
            <a:off x="7905870" y="355600"/>
            <a:ext cx="1" cy="557180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96" name="Line"/>
          <p:cNvSpPr/>
          <p:nvPr/>
        </p:nvSpPr>
        <p:spPr>
          <a:xfrm>
            <a:off x="7905750" y="3138785"/>
            <a:ext cx="3881543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97" name="Image"/>
          <p:cNvSpPr>
            <a:spLocks noGrp="1"/>
          </p:cNvSpPr>
          <p:nvPr>
            <p:ph type="pic" sz="quarter" idx="13"/>
          </p:nvPr>
        </p:nvSpPr>
        <p:spPr>
          <a:xfrm>
            <a:off x="8007350" y="3251200"/>
            <a:ext cx="3784600" cy="2673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14"/>
          </p:nvPr>
        </p:nvSpPr>
        <p:spPr>
          <a:xfrm>
            <a:off x="8007350" y="354603"/>
            <a:ext cx="3784600" cy="26733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idx="15"/>
          </p:nvPr>
        </p:nvSpPr>
        <p:spPr>
          <a:xfrm>
            <a:off x="488950" y="356848"/>
            <a:ext cx="7289800" cy="55689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48784" y="6147797"/>
            <a:ext cx="7289801" cy="6604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C208C1-CF3A-43F1-B89E-1788143D5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21575"/>
      </p:ext>
    </p:extLst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7959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23850">
              <a:spcBef>
                <a:spcPts val="0"/>
              </a:spcBef>
              <a:buSzTx/>
              <a:buFontTx/>
              <a:buNone/>
              <a:defRPr sz="1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193800" y="3000336"/>
            <a:ext cx="9810750" cy="533479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23850">
              <a:spcBef>
                <a:spcPts val="1700"/>
              </a:spcBef>
              <a:buSzTx/>
              <a:buFontTx/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E6699-BDEF-4CA2-9B80-9B6702B0A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99915"/>
      </p:ext>
    </p:extLst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0675"/>
      </p:ext>
    </p:extLst>
  </p:cSld>
  <p:clrMapOvr>
    <a:masterClrMapping/>
  </p:clrMapOvr>
  <p:transition spd="med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880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3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1830" y="6463205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FA9856-2535-4FBE-87B5-51B781F31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4640"/>
      </p:ext>
    </p:extLst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7495"/>
      </p:ext>
    </p:extLst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56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57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9348"/>
      </p:ext>
    </p:extLst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7A28-D9CD-B14B-9065-E6FA59CC39B1}" type="datetime1">
              <a:rPr lang="en-GB" smtClean="0"/>
              <a:t>11/09/2021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33400" y="1384300"/>
            <a:ext cx="11126349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33400" y="1562100"/>
            <a:ext cx="11118850" cy="468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48707" y="64391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900"/>
            </a:lvl1pPr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B1488-890D-434D-890C-7C7C181637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</p:sldLayoutIdLst>
  <p:transition spd="med"/>
  <p:hf hdr="0" ftr="0" dt="0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1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1pPr>
      <a:lvl2pPr marL="63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2pPr>
      <a:lvl3pPr marL="95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3pPr>
      <a:lvl4pPr marL="127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4pPr>
      <a:lvl5pPr marL="158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"/>
          </p:nvPr>
        </p:nvSpPr>
        <p:spPr>
          <a:xfrm>
            <a:off x="533400" y="3524249"/>
            <a:ext cx="11508346" cy="1672375"/>
          </a:xfrm>
        </p:spPr>
        <p:txBody>
          <a:bodyPr>
            <a:normAutofit/>
          </a:bodyPr>
          <a:lstStyle/>
          <a:p>
            <a:r>
              <a:rPr lang="en-US" sz="2400" dirty="0"/>
              <a:t>Student Name</a:t>
            </a:r>
          </a:p>
          <a:p>
            <a:r>
              <a:rPr lang="en-US" sz="2400" dirty="0"/>
              <a:t>Student Number</a:t>
            </a:r>
          </a:p>
          <a:p>
            <a:endParaRPr lang="en-US" sz="2400" dirty="0"/>
          </a:p>
          <a:p>
            <a:r>
              <a:rPr lang="en-US" sz="2400" dirty="0"/>
              <a:t>Supervisor Name</a:t>
            </a:r>
          </a:p>
        </p:txBody>
      </p:sp>
    </p:spTree>
    <p:extLst>
      <p:ext uri="{BB962C8B-B14F-4D97-AF65-F5344CB8AC3E}">
        <p14:creationId xmlns:p14="http://schemas.microsoft.com/office/powerpoint/2010/main" val="3986278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What problem are you trying to solve?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6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9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is this a Computing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Literature Review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have others approached this, or a related, problem in the past?</a:t>
            </a:r>
          </a:p>
          <a:p>
            <a:r>
              <a:rPr lang="en-US" dirty="0"/>
              <a:t>What lessons can be learned from what has been done before?</a:t>
            </a:r>
          </a:p>
          <a:p>
            <a:r>
              <a:rPr lang="en-US" dirty="0"/>
              <a:t>Convince the assessors that you have gained some knowledge about the background to the problem.</a:t>
            </a:r>
          </a:p>
          <a:p>
            <a:r>
              <a:rPr lang="en-US" dirty="0"/>
              <a:t>Cite information sources / provide a list of references (add to the last slide)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5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your proposed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will you solve the problem stated on the previous slides?</a:t>
            </a:r>
          </a:p>
          <a:p>
            <a:r>
              <a:rPr lang="en-US" dirty="0"/>
              <a:t>Give an design overview of the structure of the solution.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8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will you evaluate your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the evaluation/validation method and how this method has been used before.</a:t>
            </a:r>
          </a:p>
          <a:p>
            <a:r>
              <a:rPr lang="en-US" dirty="0"/>
              <a:t>Why this method and not another?</a:t>
            </a:r>
          </a:p>
          <a:p>
            <a:r>
              <a:rPr lang="en-US" dirty="0"/>
              <a:t>What are the benefits and risks of this method?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8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Planning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project progress to date.</a:t>
            </a:r>
          </a:p>
          <a:p>
            <a:r>
              <a:rPr lang="en-US" dirty="0"/>
              <a:t>Present your project plan with achieved and future milestones.</a:t>
            </a:r>
          </a:p>
          <a:p>
            <a:r>
              <a:rPr lang="en-US" dirty="0"/>
              <a:t>Gantt chart</a:t>
            </a:r>
          </a:p>
          <a:p>
            <a:r>
              <a:rPr lang="en-US" dirty="0"/>
              <a:t>Your project methodology and method of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6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Harvard Approach – please refer to lesson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14255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Welcoming Message CN6103</Template>
  <TotalTime>29</TotalTime>
  <Words>205</Words>
  <Application>Microsoft Office PowerPoint</Application>
  <PresentationFormat>Widescreen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Helvetica Neue</vt:lpstr>
      <vt:lpstr>ModernPortfolio</vt:lpstr>
      <vt:lpstr>Project Title</vt:lpstr>
      <vt:lpstr>Project Aims</vt:lpstr>
      <vt:lpstr>Project Objectives</vt:lpstr>
      <vt:lpstr>Why is this a Computing problem?</vt:lpstr>
      <vt:lpstr>Literature Review Findings</vt:lpstr>
      <vt:lpstr>What is your proposed solution?</vt:lpstr>
      <vt:lpstr>How will you evaluate your solution?</vt:lpstr>
      <vt:lpstr>Project Planning and Methodology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Usman Naeem</dc:creator>
  <cp:lastModifiedBy>Fadi S</cp:lastModifiedBy>
  <cp:revision>4</cp:revision>
  <dcterms:created xsi:type="dcterms:W3CDTF">2015-11-09T21:30:07Z</dcterms:created>
  <dcterms:modified xsi:type="dcterms:W3CDTF">2021-09-11T15:53:37Z</dcterms:modified>
</cp:coreProperties>
</file>